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uber/causalml |</a:t>
            </a:r>
          </a:p>
          <a:p>
            <a:r>
              <a:t>| Commit | 9a2327811406240925e9b8c0ce16734a04da52d7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52.93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L_CAUSALML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